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7" r:id="rId5"/>
    <p:sldId id="259" r:id="rId6"/>
    <p:sldId id="260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3" d="100"/>
          <a:sy n="93" d="100"/>
        </p:scale>
        <p:origin x="-354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2018/7/25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2018/7/25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2018/7/25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2018/7/25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aike.baidu.com/item/%E5%90%8D%E4%BE%A6%E6%8E%A2%E6%9F%AF%E5%8D%97/346966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8%90%A9%E6%9C%AC%E9%92%A6%E4%B8%80" TargetMode="External"/><Relationship Id="rId7" Type="http://schemas.openxmlformats.org/officeDocument/2006/relationships/image" Target="../media/image4.jpeg"/><Relationship Id="rId2" Type="http://schemas.openxmlformats.org/officeDocument/2006/relationships/hyperlink" Target="https://baike.baidu.com/item/%E6%97%A5%E6%9C%AC%E7%94%B5%E8%A7%86%E5%8F%B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hyperlink" Target="https://baike.baidu.com/item/%E7%8E%B0%E5%9C%BA%E7%9B%B4%E6%92%AD" TargetMode="External"/><Relationship Id="rId4" Type="http://schemas.openxmlformats.org/officeDocument/2006/relationships/hyperlink" Target="https://baike.baidu.com/item/%E9%A6%99%E5%8F%96%E6%85%8E%E5%90%BE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超级变变变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604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1800" dirty="0">
                <a:latin typeface="+mj-lt"/>
                <a:ea typeface="新宋体" panose="02010609030101010101" pitchFamily="49" charset="-122"/>
              </a:rPr>
              <a:t>从上世纪</a:t>
            </a:r>
            <a:r>
              <a:rPr lang="en-US" altLang="ja-JP" sz="1800" dirty="0">
                <a:latin typeface="+mj-lt"/>
                <a:ea typeface="新宋体" panose="02010609030101010101" pitchFamily="49" charset="-122"/>
              </a:rPr>
              <a:t>80</a:t>
            </a:r>
            <a:r>
              <a:rPr lang="ja-JP" altLang="en-US" sz="1800" dirty="0">
                <a:latin typeface="+mj-lt"/>
                <a:ea typeface="新宋体" panose="02010609030101010101" pitchFamily="49" charset="-122"/>
              </a:rPr>
              <a:t>年代开始，一休、圣斗士、龙珠、名侦探柯南等日本电视动漫作品一代代进入中国儿童的世界。差不多在</a:t>
            </a:r>
            <a:r>
              <a:rPr lang="en-US" altLang="ja-JP" sz="1800" dirty="0">
                <a:latin typeface="+mj-lt"/>
                <a:ea typeface="新宋体" panose="02010609030101010101" pitchFamily="49" charset="-122"/>
              </a:rPr>
              <a:t>《</a:t>
            </a:r>
            <a:r>
              <a:rPr lang="ja-JP" altLang="en-US" sz="1800" dirty="0">
                <a:latin typeface="+mj-lt"/>
                <a:ea typeface="新宋体" panose="02010609030101010101" pitchFamily="49" charset="-122"/>
                <a:hlinkClick r:id="rId2"/>
              </a:rPr>
              <a:t>名侦探柯南</a:t>
            </a:r>
            <a:r>
              <a:rPr lang="en-US" altLang="ja-JP" sz="1800" dirty="0">
                <a:latin typeface="+mj-lt"/>
                <a:ea typeface="新宋体" panose="02010609030101010101" pitchFamily="49" charset="-122"/>
              </a:rPr>
              <a:t>》</a:t>
            </a:r>
            <a:r>
              <a:rPr lang="ja-JP" altLang="en-US" sz="1800" dirty="0">
                <a:latin typeface="+mj-lt"/>
                <a:ea typeface="新宋体" panose="02010609030101010101" pitchFamily="49" charset="-122"/>
              </a:rPr>
              <a:t>进入中国的时候，有一档日本的创意搞笑节目也悄然无声的登上了我们的电视荧屏，可爱、智慧、合作，欢乐无限，大家多半都会有印象，它有一个毫无技术含量的台湾风翻译</a:t>
            </a:r>
            <a:r>
              <a:rPr lang="en-US" altLang="ja-JP" sz="1800" dirty="0">
                <a:latin typeface="+mj-lt"/>
                <a:ea typeface="新宋体" panose="02010609030101010101" pitchFamily="49" charset="-122"/>
              </a:rPr>
              <a:t>——</a:t>
            </a:r>
            <a:r>
              <a:rPr lang="ja-JP" altLang="en-US" sz="1800" dirty="0">
                <a:latin typeface="+mj-lt"/>
                <a:ea typeface="新宋体" panose="02010609030101010101" pitchFamily="49" charset="-122"/>
              </a:rPr>
              <a:t>叫做“超级变变变”。超级变变变，在日本称为「钦ちゃんの仮装大赏」。嗯？「钦ちゃん」这个字眼有点眼熟？阿钦对吧？你们脑子里想的是不是他呀？没错，他就是超级变变变的主持人「萩本钦一（はぎもときんいち）」，其实他是</a:t>
            </a:r>
            <a:r>
              <a:rPr lang="en-US" altLang="ja-JP" sz="1800" dirty="0">
                <a:latin typeface="+mj-lt"/>
                <a:ea typeface="新宋体" panose="02010609030101010101" pitchFamily="49" charset="-122"/>
              </a:rPr>
              <a:t>1941</a:t>
            </a:r>
            <a:r>
              <a:rPr lang="ja-JP" altLang="en-US" sz="1800" dirty="0">
                <a:latin typeface="+mj-lt"/>
                <a:ea typeface="新宋体" panose="02010609030101010101" pitchFamily="49" charset="-122"/>
              </a:rPr>
              <a:t>年出生的，今年已经</a:t>
            </a:r>
            <a:r>
              <a:rPr lang="en-US" altLang="ja-JP" sz="1800" dirty="0">
                <a:latin typeface="+mj-lt"/>
                <a:ea typeface="新宋体" panose="02010609030101010101" pitchFamily="49" charset="-122"/>
              </a:rPr>
              <a:t>76</a:t>
            </a:r>
            <a:r>
              <a:rPr lang="ja-JP" altLang="en-US" sz="1800" dirty="0">
                <a:latin typeface="+mj-lt"/>
                <a:ea typeface="新宋体" panose="02010609030101010101" pitchFamily="49" charset="-122"/>
              </a:rPr>
              <a:t>岁了</a:t>
            </a:r>
            <a:endParaRPr lang="zh-CN" altLang="en-US" sz="1800" dirty="0">
              <a:latin typeface="+mj-lt"/>
              <a:ea typeface="新宋体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157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6" name="Picture 2" descr="http://img.mp.itc.cn/upload/20170522/462491b1806c49d99076e4705387f0cb_t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5" y="548680"/>
            <a:ext cx="357187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img.mp.itc.cn/upload/20170522/1e3b6448a5b8487da4a10f2d7cb2f66a_th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102010"/>
            <a:ext cx="609600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7116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sz="2300" dirty="0">
                <a:latin typeface="+mj-lt"/>
                <a:ea typeface="新宋体" panose="02010609030101010101" pitchFamily="49" charset="-122"/>
              </a:rPr>
              <a:t>《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超级变变变</a:t>
            </a:r>
            <a:r>
              <a:rPr lang="en-US" altLang="ja-JP" sz="2300" dirty="0">
                <a:latin typeface="+mj-lt"/>
                <a:ea typeface="新宋体" panose="02010609030101010101" pitchFamily="49" charset="-122"/>
              </a:rPr>
              <a:t>》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是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  <a:hlinkClick r:id="rId2"/>
              </a:rPr>
              <a:t>日本电视台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（</a:t>
            </a:r>
            <a:r>
              <a:rPr lang="en-US" altLang="ja-JP" sz="2300" dirty="0">
                <a:latin typeface="+mj-lt"/>
                <a:ea typeface="新宋体" panose="02010609030101010101" pitchFamily="49" charset="-122"/>
              </a:rPr>
              <a:t>NTV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）制作出品的长寿综艺真人秀节目，为变装创意作品的现场竞赛节目。于</a:t>
            </a:r>
            <a:r>
              <a:rPr lang="en-US" altLang="ja-JP" sz="2300" dirty="0">
                <a:latin typeface="+mj-lt"/>
                <a:ea typeface="新宋体" panose="02010609030101010101" pitchFamily="49" charset="-122"/>
              </a:rPr>
              <a:t>1979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年</a:t>
            </a:r>
            <a:r>
              <a:rPr lang="en-US" altLang="ja-JP" sz="2300" dirty="0">
                <a:latin typeface="+mj-lt"/>
                <a:ea typeface="新宋体" panose="02010609030101010101" pitchFamily="49" charset="-122"/>
              </a:rPr>
              <a:t>12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月</a:t>
            </a:r>
            <a:r>
              <a:rPr lang="en-US" altLang="ja-JP" sz="2300" dirty="0">
                <a:latin typeface="+mj-lt"/>
                <a:ea typeface="新宋体" panose="02010609030101010101" pitchFamily="49" charset="-122"/>
              </a:rPr>
              <a:t>31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日开播，每年举办一至三届，是单发型特别节目，截至</a:t>
            </a:r>
            <a:r>
              <a:rPr lang="en-US" altLang="ja-JP" sz="2300" dirty="0">
                <a:latin typeface="+mj-lt"/>
                <a:ea typeface="新宋体" panose="02010609030101010101" pitchFamily="49" charset="-122"/>
              </a:rPr>
              <a:t>2016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年</a:t>
            </a:r>
            <a:r>
              <a:rPr lang="en-US" altLang="ja-JP" sz="2300" dirty="0">
                <a:latin typeface="+mj-lt"/>
                <a:ea typeface="新宋体" panose="02010609030101010101" pitchFamily="49" charset="-122"/>
              </a:rPr>
              <a:t>2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月，已播出</a:t>
            </a:r>
            <a:r>
              <a:rPr lang="en-US" altLang="ja-JP" sz="2300" dirty="0">
                <a:latin typeface="+mj-lt"/>
                <a:ea typeface="新宋体" panose="02010609030101010101" pitchFamily="49" charset="-122"/>
              </a:rPr>
              <a:t>93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集。</a:t>
            </a:r>
            <a:r>
              <a:rPr lang="ja-JP" altLang="en-US" sz="2400" dirty="0">
                <a:latin typeface="+mj-lt"/>
                <a:ea typeface="新宋体" panose="02010609030101010101" pitchFamily="49" charset="-122"/>
                <a:hlinkClick r:id="rId3"/>
              </a:rPr>
              <a:t>萩本钦一</a:t>
            </a:r>
            <a:r>
              <a:rPr lang="ja-JP" altLang="en-US" sz="2400" dirty="0">
                <a:latin typeface="+mj-lt"/>
                <a:ea typeface="新宋体" panose="02010609030101010101" pitchFamily="49" charset="-122"/>
              </a:rPr>
              <a:t>担任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主持人，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  <a:hlinkClick r:id="rId4"/>
              </a:rPr>
              <a:t>香取慎吾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自第</a:t>
            </a:r>
            <a:r>
              <a:rPr lang="en-US" altLang="ja-JP" sz="2300" dirty="0">
                <a:latin typeface="+mj-lt"/>
                <a:ea typeface="新宋体" panose="02010609030101010101" pitchFamily="49" charset="-122"/>
              </a:rPr>
              <a:t>65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届（</a:t>
            </a:r>
            <a:r>
              <a:rPr lang="en-US" altLang="ja-JP" sz="2300" dirty="0">
                <a:latin typeface="+mj-lt"/>
                <a:ea typeface="新宋体" panose="02010609030101010101" pitchFamily="49" charset="-122"/>
              </a:rPr>
              <a:t>2002</a:t>
            </a:r>
            <a:r>
              <a:rPr lang="ja-JP" altLang="en-US" sz="2300" dirty="0">
                <a:latin typeface="+mj-lt"/>
                <a:ea typeface="新宋体" panose="02010609030101010101" pitchFamily="49" charset="-122"/>
              </a:rPr>
              <a:t>年）起加入主持</a:t>
            </a:r>
            <a:r>
              <a:rPr lang="ja-JP" altLang="en-US" sz="2300" dirty="0" smtClean="0">
                <a:latin typeface="+mj-lt"/>
                <a:ea typeface="新宋体" panose="02010609030101010101" pitchFamily="49" charset="-122"/>
              </a:rPr>
              <a:t>。</a:t>
            </a:r>
            <a:endParaRPr lang="en-US" altLang="ja-JP" dirty="0" smtClean="0">
              <a:latin typeface="+mj-lt"/>
            </a:endParaRPr>
          </a:p>
          <a:p>
            <a:r>
              <a:rPr lang="ja-JP" altLang="en-US" sz="2100" dirty="0">
                <a:latin typeface="+mj-lt"/>
              </a:rPr>
              <a:t>（日文：钦ちゃんの仮装大赏 或 钦ちゃん</a:t>
            </a:r>
            <a:r>
              <a:rPr lang="en-US" altLang="ja-JP" sz="2100" dirty="0">
                <a:latin typeface="+mj-lt"/>
              </a:rPr>
              <a:t>&amp;</a:t>
            </a:r>
            <a:r>
              <a:rPr lang="ja-JP" altLang="en-US" sz="2100" dirty="0">
                <a:latin typeface="+mj-lt"/>
              </a:rPr>
              <a:t>香取慎吾の全日本仮装大赏）</a:t>
            </a:r>
            <a:r>
              <a:rPr lang="ja-JP" altLang="en-US" sz="2100" dirty="0" smtClean="0">
                <a:latin typeface="+mj-lt"/>
              </a:rPr>
              <a:t> </a:t>
            </a:r>
            <a:endParaRPr lang="ja-JP" altLang="en-US" sz="2100" dirty="0">
              <a:latin typeface="+mj-lt"/>
            </a:endParaRPr>
          </a:p>
          <a:p>
            <a:r>
              <a:rPr lang="ja-JP" altLang="en-US" sz="1900" dirty="0"/>
              <a:t>第</a:t>
            </a:r>
            <a:r>
              <a:rPr lang="en-US" altLang="ja-JP" sz="1900" dirty="0"/>
              <a:t>1</a:t>
            </a:r>
            <a:r>
              <a:rPr lang="ja-JP" altLang="en-US" sz="1900" dirty="0"/>
              <a:t>至</a:t>
            </a:r>
            <a:r>
              <a:rPr lang="en-US" altLang="ja-JP" sz="1900" dirty="0"/>
              <a:t>65</a:t>
            </a:r>
            <a:r>
              <a:rPr lang="ja-JP" altLang="en-US" sz="1900" dirty="0"/>
              <a:t>、</a:t>
            </a:r>
            <a:r>
              <a:rPr lang="en-US" altLang="ja-JP" sz="1900" dirty="0"/>
              <a:t>68</a:t>
            </a:r>
            <a:r>
              <a:rPr lang="ja-JP" altLang="en-US" sz="1900" dirty="0"/>
              <a:t>、</a:t>
            </a:r>
            <a:r>
              <a:rPr lang="en-US" altLang="ja-JP" sz="1900" dirty="0"/>
              <a:t>71</a:t>
            </a:r>
            <a:r>
              <a:rPr lang="ja-JP" altLang="en-US" sz="1900" dirty="0"/>
              <a:t>回是</a:t>
            </a:r>
            <a:r>
              <a:rPr lang="ja-JP" altLang="en-US" sz="1900" dirty="0">
                <a:hlinkClick r:id="rId5"/>
              </a:rPr>
              <a:t>现场直播</a:t>
            </a:r>
            <a:r>
              <a:rPr lang="ja-JP" altLang="en-US" sz="1900" dirty="0"/>
              <a:t>，第</a:t>
            </a:r>
            <a:r>
              <a:rPr lang="en-US" altLang="ja-JP" sz="1900" dirty="0"/>
              <a:t>66</a:t>
            </a:r>
            <a:r>
              <a:rPr lang="ja-JP" altLang="en-US" sz="1900" dirty="0"/>
              <a:t>、</a:t>
            </a:r>
            <a:r>
              <a:rPr lang="en-US" altLang="ja-JP" sz="1900" dirty="0"/>
              <a:t>67</a:t>
            </a:r>
            <a:r>
              <a:rPr lang="ja-JP" altLang="en-US" sz="1900" dirty="0"/>
              <a:t>、</a:t>
            </a:r>
            <a:r>
              <a:rPr lang="en-US" altLang="ja-JP" sz="1900" dirty="0"/>
              <a:t>69</a:t>
            </a:r>
            <a:r>
              <a:rPr lang="ja-JP" altLang="en-US" sz="1900" dirty="0"/>
              <a:t>、</a:t>
            </a:r>
            <a:r>
              <a:rPr lang="en-US" altLang="ja-JP" sz="1900" dirty="0"/>
              <a:t>70</a:t>
            </a:r>
            <a:r>
              <a:rPr lang="ja-JP" altLang="en-US" sz="1900" dirty="0"/>
              <a:t>回是录影播出，第</a:t>
            </a:r>
            <a:r>
              <a:rPr lang="en-US" altLang="ja-JP" sz="1900" dirty="0"/>
              <a:t>72</a:t>
            </a:r>
            <a:r>
              <a:rPr lang="ja-JP" altLang="en-US" sz="1900" dirty="0"/>
              <a:t>回之后改为一年</a:t>
            </a:r>
            <a:r>
              <a:rPr lang="en-US" altLang="ja-JP" sz="1900" dirty="0"/>
              <a:t>2</a:t>
            </a:r>
            <a:r>
              <a:rPr lang="ja-JP" altLang="en-US" sz="1900" dirty="0"/>
              <a:t>次录影播出。第</a:t>
            </a:r>
            <a:r>
              <a:rPr lang="en-US" altLang="ja-JP" sz="1900" dirty="0"/>
              <a:t>65</a:t>
            </a:r>
            <a:r>
              <a:rPr lang="ja-JP" altLang="en-US" sz="1900" dirty="0"/>
              <a:t>、</a:t>
            </a:r>
            <a:r>
              <a:rPr lang="en-US" altLang="ja-JP" sz="1900" dirty="0"/>
              <a:t>68</a:t>
            </a:r>
            <a:r>
              <a:rPr lang="ja-JP" altLang="en-US" sz="1900" dirty="0"/>
              <a:t>、</a:t>
            </a:r>
            <a:r>
              <a:rPr lang="en-US" altLang="ja-JP" sz="1900" dirty="0"/>
              <a:t>71</a:t>
            </a:r>
            <a:r>
              <a:rPr lang="ja-JP" altLang="en-US" sz="1900" dirty="0"/>
              <a:t>回的播出时间是</a:t>
            </a:r>
            <a:r>
              <a:rPr lang="en-US" altLang="ja-JP" sz="1900" dirty="0"/>
              <a:t>3</a:t>
            </a:r>
            <a:r>
              <a:rPr lang="ja-JP" altLang="en-US" sz="1900" dirty="0"/>
              <a:t>小时，第</a:t>
            </a:r>
            <a:r>
              <a:rPr lang="en-US" altLang="ja-JP" sz="1900" dirty="0"/>
              <a:t>62</a:t>
            </a:r>
            <a:r>
              <a:rPr lang="ja-JP" altLang="en-US" sz="1900" dirty="0"/>
              <a:t>回以前的播出时间是</a:t>
            </a:r>
            <a:r>
              <a:rPr lang="en-US" altLang="ja-JP" sz="1900" dirty="0"/>
              <a:t>2</a:t>
            </a:r>
            <a:r>
              <a:rPr lang="ja-JP" altLang="en-US" sz="1900" dirty="0"/>
              <a:t>小时</a:t>
            </a:r>
            <a:r>
              <a:rPr lang="en-US" altLang="ja-JP" sz="1900" dirty="0"/>
              <a:t>30</a:t>
            </a:r>
            <a:r>
              <a:rPr lang="ja-JP" altLang="en-US" sz="1900" dirty="0"/>
              <a:t>分，第</a:t>
            </a:r>
            <a:r>
              <a:rPr lang="en-US" altLang="ja-JP" sz="1900" dirty="0"/>
              <a:t>72</a:t>
            </a:r>
            <a:r>
              <a:rPr lang="ja-JP" altLang="en-US" sz="1900" dirty="0"/>
              <a:t>回起的播出时间改为</a:t>
            </a:r>
            <a:r>
              <a:rPr lang="en-US" altLang="ja-JP" sz="1900" dirty="0"/>
              <a:t>1</a:t>
            </a:r>
            <a:r>
              <a:rPr lang="ja-JP" altLang="en-US" sz="1900" dirty="0"/>
              <a:t>小时</a:t>
            </a:r>
            <a:r>
              <a:rPr lang="en-US" altLang="ja-JP" sz="1900" dirty="0"/>
              <a:t>54</a:t>
            </a:r>
            <a:r>
              <a:rPr lang="ja-JP" altLang="en-US" sz="1900" dirty="0"/>
              <a:t>分</a:t>
            </a:r>
            <a:r>
              <a:rPr lang="ja-JP" altLang="en-US" sz="1900" dirty="0" smtClean="0"/>
              <a:t>。</a:t>
            </a:r>
            <a:endParaRPr lang="ja-JP" altLang="en-US" sz="1900" dirty="0"/>
          </a:p>
        </p:txBody>
      </p:sp>
      <p:pic>
        <p:nvPicPr>
          <p:cNvPr id="3074" name="Picture 2" descr="http://img.mp.itc.cn/upload/20170522/923f65822d7340548c81df4278bd853f_th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61" y="1484784"/>
            <a:ext cx="4457700" cy="490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img.mp.itc.cn/upload/20170522/c901d60a53a2473a9750269b62160d56_th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84784"/>
            <a:ext cx="8576953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27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smtClean="0"/>
              <a:t>《</a:t>
            </a:r>
            <a:r>
              <a:rPr lang="zh-CN" altLang="en-US" sz="2000" dirty="0"/>
              <a:t>超级变变变</a:t>
            </a:r>
            <a:r>
              <a:rPr lang="en-US" altLang="zh-CN" sz="2000" dirty="0"/>
              <a:t>》</a:t>
            </a:r>
            <a:r>
              <a:rPr lang="zh-CN" altLang="en-US" sz="2000" dirty="0"/>
              <a:t>对参加人数没有严格限制，少则</a:t>
            </a:r>
            <a:r>
              <a:rPr lang="en-US" altLang="zh-CN" sz="2000" dirty="0"/>
              <a:t>1</a:t>
            </a:r>
            <a:r>
              <a:rPr lang="zh-CN" altLang="en-US" sz="2000" dirty="0"/>
              <a:t>人，多则</a:t>
            </a:r>
            <a:r>
              <a:rPr lang="en-US" altLang="zh-CN" sz="2000" dirty="0"/>
              <a:t>20-30</a:t>
            </a:r>
            <a:r>
              <a:rPr lang="zh-CN" altLang="en-US" sz="2000" dirty="0"/>
              <a:t>人，都可报名参加，要求表演者或团队在</a:t>
            </a:r>
            <a:r>
              <a:rPr lang="en-US" altLang="zh-CN" sz="2000" dirty="0"/>
              <a:t>3</a:t>
            </a:r>
            <a:r>
              <a:rPr lang="zh-CN" altLang="en-US" sz="2000" dirty="0"/>
              <a:t>分钟内完成一个节目，核心是通过人的肢体以及各类自制道具，搭配音乐和布景，表现出一个场景或故事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2000" dirty="0" smtClean="0"/>
              <a:t>场</a:t>
            </a:r>
            <a:r>
              <a:rPr lang="zh-CN" altLang="en-US" sz="2000" dirty="0"/>
              <a:t>下有</a:t>
            </a:r>
            <a:r>
              <a:rPr lang="en-US" altLang="zh-CN" sz="2000" dirty="0"/>
              <a:t>5-10</a:t>
            </a:r>
            <a:r>
              <a:rPr lang="zh-CN" altLang="en-US" sz="2000" dirty="0"/>
              <a:t>名专业评委，根据参赛队伍表现打分，满分</a:t>
            </a:r>
            <a:r>
              <a:rPr lang="en-US" altLang="zh-CN" sz="2000" dirty="0"/>
              <a:t>20</a:t>
            </a:r>
            <a:r>
              <a:rPr lang="zh-CN" altLang="en-US" sz="2000" dirty="0"/>
              <a:t>分。冠军可获</a:t>
            </a:r>
            <a:r>
              <a:rPr lang="en-US" altLang="zh-CN" sz="2000" dirty="0"/>
              <a:t>100</a:t>
            </a:r>
            <a:r>
              <a:rPr lang="zh-CN" altLang="en-US" sz="2000" dirty="0"/>
              <a:t>万日元（约合</a:t>
            </a:r>
            <a:r>
              <a:rPr lang="en-US" altLang="zh-CN" sz="2000" dirty="0"/>
              <a:t>6.2</a:t>
            </a:r>
            <a:r>
              <a:rPr lang="zh-CN" altLang="en-US" sz="2000" dirty="0"/>
              <a:t>万人民币）奖金，亚军</a:t>
            </a:r>
            <a:r>
              <a:rPr lang="en-US" altLang="zh-CN" sz="2000" dirty="0"/>
              <a:t>50</a:t>
            </a:r>
            <a:r>
              <a:rPr lang="zh-CN" altLang="en-US" sz="2000" dirty="0"/>
              <a:t>万日元（约合</a:t>
            </a:r>
            <a:r>
              <a:rPr lang="en-US" altLang="zh-CN" sz="2000" dirty="0"/>
              <a:t>3.1</a:t>
            </a:r>
            <a:r>
              <a:rPr lang="zh-CN" altLang="en-US" sz="2000" dirty="0"/>
              <a:t>万人民币），季军</a:t>
            </a:r>
            <a:r>
              <a:rPr lang="en-US" altLang="zh-CN" sz="2000" dirty="0"/>
              <a:t>30</a:t>
            </a:r>
            <a:r>
              <a:rPr lang="zh-CN" altLang="en-US" sz="2000" dirty="0"/>
              <a:t>万日元（约合</a:t>
            </a:r>
            <a:r>
              <a:rPr lang="en-US" altLang="zh-CN" sz="2000" dirty="0"/>
              <a:t>1.8</a:t>
            </a:r>
            <a:r>
              <a:rPr lang="zh-CN" altLang="en-US" sz="2000" dirty="0"/>
              <a:t>万人民币）。</a:t>
            </a:r>
            <a:r>
              <a:rPr lang="en-US" altLang="zh-CN" sz="2000" dirty="0"/>
              <a:t>90%</a:t>
            </a:r>
            <a:r>
              <a:rPr lang="zh-CN" altLang="en-US" sz="2000" dirty="0"/>
              <a:t>以上参赛选手都是普通民众</a:t>
            </a:r>
            <a:r>
              <a:rPr lang="zh-CN" altLang="en-US" sz="2000" dirty="0" smtClean="0"/>
              <a:t>。</a:t>
            </a:r>
            <a:endParaRPr lang="zh-CN" altLang="en-US" sz="2000" dirty="0"/>
          </a:p>
          <a:p>
            <a:r>
              <a:rPr lang="zh-CN" altLang="en-US" sz="2000" dirty="0" smtClean="0"/>
              <a:t>节目的整个过程，从主持人到礼宾小姐，从参赛选手到评委，都可以通过各种动作或者肢体形态让你笑掉大牙，当然也有各种令你热泪盈眶的时刻。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336807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zh-CN" altLang="en-US" sz="1800" dirty="0">
              <a:latin typeface="+mj-lt"/>
            </a:endParaRPr>
          </a:p>
        </p:txBody>
      </p:sp>
      <p:pic>
        <p:nvPicPr>
          <p:cNvPr id="4098" name="Picture 2" descr="http://img.mp.itc.cn/upload/20170522/972d060c2d2445ac9856fc0260be2763_t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20688"/>
            <a:ext cx="7992888" cy="599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33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虽然主持人和兔女郎一直都没</a:t>
            </a:r>
            <a:r>
              <a:rPr lang="zh-CN" altLang="en-US" sz="2400" dirty="0" smtClean="0"/>
              <a:t>变，但是</a:t>
            </a:r>
            <a:r>
              <a:rPr lang="zh-CN" altLang="en-US" sz="2400" dirty="0"/>
              <a:t>参与者的创意每一期都在</a:t>
            </a:r>
            <a:r>
              <a:rPr lang="zh-CN" altLang="en-US" sz="2400" dirty="0" smtClean="0"/>
              <a:t>变，不得不</a:t>
            </a:r>
            <a:r>
              <a:rPr lang="zh-CN" altLang="en-US" sz="2400" dirty="0"/>
              <a:t>说霓虹国的脑洞还是有点大</a:t>
            </a:r>
            <a:r>
              <a:rPr lang="zh-CN" altLang="en-US" sz="2400" dirty="0" smtClean="0"/>
              <a:t>的。历届</a:t>
            </a:r>
            <a:r>
              <a:rPr lang="zh-CN" altLang="en-US" sz="2400" dirty="0"/>
              <a:t>冠军的表演真是脑洞高出</a:t>
            </a:r>
            <a:r>
              <a:rPr lang="zh-CN" altLang="en-US" sz="2400" dirty="0" smtClean="0"/>
              <a:t>天际。</a:t>
            </a:r>
            <a:endParaRPr lang="zh-CN" altLang="en-US" sz="2400" dirty="0"/>
          </a:p>
          <a:p>
            <a:r>
              <a:rPr lang="zh-CN" altLang="en-US" sz="2400" dirty="0"/>
              <a:t>各个参与者都带着自己精心编排的</a:t>
            </a:r>
            <a:r>
              <a:rPr lang="zh-CN" altLang="en-US" sz="2400" dirty="0" smtClean="0"/>
              <a:t>节，从</a:t>
            </a:r>
            <a:r>
              <a:rPr lang="zh-CN" altLang="en-US" sz="2400" dirty="0"/>
              <a:t>岛国的四面八方</a:t>
            </a:r>
            <a:r>
              <a:rPr lang="zh-CN" altLang="en-US" sz="2400" dirty="0" smtClean="0"/>
              <a:t>赶来。虽然</a:t>
            </a:r>
            <a:r>
              <a:rPr lang="zh-CN" altLang="en-US" sz="2400" dirty="0"/>
              <a:t>他们自制的道具有些很</a:t>
            </a:r>
            <a:r>
              <a:rPr lang="zh-CN" altLang="en-US" sz="2400" dirty="0" smtClean="0"/>
              <a:t>简陋，而且</a:t>
            </a:r>
            <a:r>
              <a:rPr lang="zh-CN" altLang="en-US" sz="2400" dirty="0"/>
              <a:t>还有些群魔乱舞的穿帮</a:t>
            </a:r>
            <a:r>
              <a:rPr lang="zh-CN" altLang="en-US" sz="2400" dirty="0" smtClean="0"/>
              <a:t>者，甚至</a:t>
            </a:r>
            <a:r>
              <a:rPr lang="zh-CN" altLang="en-US" sz="2400" dirty="0"/>
              <a:t>背景音乐都是自己录制</a:t>
            </a:r>
            <a:r>
              <a:rPr lang="zh-CN" altLang="en-US" sz="2400" dirty="0" smtClean="0"/>
              <a:t>的，但是</a:t>
            </a:r>
            <a:r>
              <a:rPr lang="zh-CN" altLang="en-US" sz="2400" dirty="0"/>
              <a:t>每一位表演者依旧卖力的</a:t>
            </a:r>
            <a:r>
              <a:rPr lang="zh-CN" altLang="en-US" sz="2400" dirty="0" smtClean="0"/>
              <a:t>演。</a:t>
            </a:r>
            <a:endParaRPr lang="zh-CN" altLang="en-US" sz="2400" dirty="0"/>
          </a:p>
          <a:p>
            <a:r>
              <a:rPr lang="zh-CN" altLang="en-US" sz="2400" dirty="0"/>
              <a:t>有人说</a:t>
            </a:r>
            <a:r>
              <a:rPr lang="en-US" altLang="zh-CN" sz="2400" dirty="0"/>
              <a:t>《</a:t>
            </a:r>
            <a:r>
              <a:rPr lang="zh-CN" altLang="en-US" sz="2400" dirty="0"/>
              <a:t>超级变变变</a:t>
            </a:r>
            <a:r>
              <a:rPr lang="en-US" altLang="zh-CN" sz="2400" dirty="0"/>
              <a:t>》</a:t>
            </a:r>
            <a:r>
              <a:rPr lang="zh-CN" altLang="en-US" sz="2400" dirty="0"/>
              <a:t>的节目</a:t>
            </a:r>
            <a:r>
              <a:rPr lang="zh-CN" altLang="en-US" sz="2400" b="1" dirty="0"/>
              <a:t>充满着搞怪和恶</a:t>
            </a:r>
            <a:r>
              <a:rPr lang="zh-CN" altLang="en-US" sz="2400" b="1" dirty="0" smtClean="0"/>
              <a:t>趣味</a:t>
            </a:r>
            <a:r>
              <a:rPr lang="zh-CN" altLang="en-US" sz="2400" dirty="0" smtClean="0"/>
              <a:t>，其实</a:t>
            </a:r>
            <a:r>
              <a:rPr lang="zh-CN" altLang="en-US" sz="2400" dirty="0"/>
              <a:t>这并不是喜爱这个节目的唯一</a:t>
            </a:r>
            <a:r>
              <a:rPr lang="zh-CN" altLang="en-US" sz="2400" dirty="0" smtClean="0"/>
              <a:t>理由，其实</a:t>
            </a:r>
            <a:r>
              <a:rPr lang="zh-CN" altLang="en-US" sz="2400" dirty="0"/>
              <a:t>它的创意往往来源于</a:t>
            </a:r>
            <a:r>
              <a:rPr lang="zh-CN" altLang="en-US" sz="2400" dirty="0" smtClean="0"/>
              <a:t>生活，很多</a:t>
            </a:r>
            <a:r>
              <a:rPr lang="zh-CN" altLang="en-US" sz="2400" dirty="0"/>
              <a:t>创意都是生活中</a:t>
            </a:r>
            <a:r>
              <a:rPr lang="zh-CN" altLang="en-US" sz="2400" b="1" dirty="0"/>
              <a:t>微不足道的</a:t>
            </a:r>
            <a:r>
              <a:rPr lang="zh-CN" altLang="en-US" sz="2400" b="1" dirty="0" smtClean="0"/>
              <a:t>细节。</a:t>
            </a:r>
            <a:endParaRPr lang="zh-CN" altLang="en-US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0108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844824"/>
            <a:ext cx="6272697" cy="3528392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844824"/>
            <a:ext cx="6663791" cy="374441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1" y="1844824"/>
            <a:ext cx="6663791" cy="424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61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每一期拿到满分的</a:t>
            </a:r>
            <a:r>
              <a:rPr lang="zh-CN" altLang="en-US" sz="1800" dirty="0" smtClean="0"/>
              <a:t>表演，没有</a:t>
            </a:r>
            <a:r>
              <a:rPr lang="zh-CN" altLang="en-US" sz="1800" dirty="0"/>
              <a:t>一个是斥巨资的</a:t>
            </a:r>
            <a:r>
              <a:rPr lang="zh-CN" altLang="en-US" sz="1800" dirty="0" smtClean="0"/>
              <a:t>制作，反倒</a:t>
            </a:r>
            <a:r>
              <a:rPr lang="zh-CN" altLang="en-US" sz="1800" dirty="0"/>
              <a:t>都是这种从生活中小细节入手的表演</a:t>
            </a:r>
          </a:p>
          <a:p>
            <a:r>
              <a:rPr lang="zh-CN" altLang="en-US" sz="1800" b="1" dirty="0"/>
              <a:t>超级变变变，最初的</a:t>
            </a:r>
            <a:r>
              <a:rPr lang="zh-CN" altLang="en-US" sz="1800" b="1" dirty="0" smtClean="0"/>
              <a:t>寓意：</a:t>
            </a:r>
            <a:r>
              <a:rPr lang="zh-CN" altLang="en-US" sz="1800" dirty="0" smtClean="0"/>
              <a:t>八十年代</a:t>
            </a:r>
            <a:r>
              <a:rPr lang="zh-CN" altLang="en-US" sz="1800" dirty="0"/>
              <a:t>，由于日本政府意识到</a:t>
            </a:r>
            <a:r>
              <a:rPr lang="zh-CN" altLang="en-US" sz="1800" b="1" dirty="0"/>
              <a:t>日本人缺乏</a:t>
            </a:r>
            <a:r>
              <a:rPr lang="zh-CN" altLang="en-US" sz="1800" b="1" dirty="0" smtClean="0"/>
              <a:t>创造力，</a:t>
            </a:r>
            <a:r>
              <a:rPr lang="zh-CN" altLang="en-US" sz="1800" dirty="0" smtClean="0"/>
              <a:t>于是</a:t>
            </a:r>
            <a:r>
              <a:rPr lang="zh-CN" altLang="en-US" sz="1800" dirty="0"/>
              <a:t>开始了一些有针对性的</a:t>
            </a:r>
            <a:r>
              <a:rPr lang="zh-CN" altLang="en-US" sz="1800" dirty="0" smtClean="0"/>
              <a:t>活动。</a:t>
            </a:r>
            <a:r>
              <a:rPr lang="en-US" altLang="zh-CN" sz="1800" dirty="0" smtClean="0"/>
              <a:t>《</a:t>
            </a:r>
            <a:r>
              <a:rPr lang="zh-CN" altLang="en-US" sz="1800" dirty="0"/>
              <a:t>超级变变变</a:t>
            </a:r>
            <a:r>
              <a:rPr lang="en-US" altLang="zh-CN" sz="1800" dirty="0"/>
              <a:t>》</a:t>
            </a:r>
            <a:r>
              <a:rPr lang="zh-CN" altLang="en-US" sz="1800" dirty="0"/>
              <a:t>就是在日本政府的支持下展开</a:t>
            </a:r>
            <a:r>
              <a:rPr lang="zh-CN" altLang="en-US" sz="1800" dirty="0" smtClean="0"/>
              <a:t>的。即使</a:t>
            </a:r>
            <a:r>
              <a:rPr lang="zh-CN" altLang="en-US" sz="1800" dirty="0"/>
              <a:t>刚开始参与节目的很多都是</a:t>
            </a:r>
            <a:r>
              <a:rPr lang="zh-CN" altLang="en-US" sz="1800" dirty="0" smtClean="0"/>
              <a:t>中年人，但</a:t>
            </a:r>
            <a:r>
              <a:rPr lang="zh-CN" altLang="en-US" sz="1800" dirty="0"/>
              <a:t>也确实感受到了他们的</a:t>
            </a:r>
            <a:r>
              <a:rPr lang="zh-CN" altLang="en-US" sz="1800" dirty="0" smtClean="0"/>
              <a:t>创造力并</a:t>
            </a:r>
            <a:r>
              <a:rPr lang="zh-CN" altLang="en-US" sz="1800" dirty="0"/>
              <a:t>为之</a:t>
            </a:r>
            <a:r>
              <a:rPr lang="zh-CN" altLang="en-US" sz="1800" dirty="0" smtClean="0"/>
              <a:t>感叹。后来</a:t>
            </a:r>
            <a:r>
              <a:rPr lang="en-US" altLang="zh-CN" sz="1800" dirty="0"/>
              <a:t>《</a:t>
            </a:r>
            <a:r>
              <a:rPr lang="zh-CN" altLang="en-US" sz="1800" dirty="0"/>
              <a:t>超级变变变</a:t>
            </a:r>
            <a:r>
              <a:rPr lang="en-US" altLang="zh-CN" sz="1800" dirty="0"/>
              <a:t>》</a:t>
            </a:r>
            <a:r>
              <a:rPr lang="zh-CN" altLang="en-US" sz="1800" dirty="0"/>
              <a:t>从一个激发创造能力的</a:t>
            </a:r>
            <a:r>
              <a:rPr lang="zh-CN" altLang="en-US" sz="1800" dirty="0" smtClean="0"/>
              <a:t>节目，在</a:t>
            </a:r>
            <a:r>
              <a:rPr lang="zh-CN" altLang="en-US" sz="1800" dirty="0"/>
              <a:t>一定程度上也变成了</a:t>
            </a:r>
            <a:r>
              <a:rPr lang="zh-CN" altLang="en-US" sz="1800" b="1" dirty="0"/>
              <a:t>“一档家庭节目</a:t>
            </a:r>
            <a:r>
              <a:rPr lang="zh-CN" altLang="en-US" sz="1800" b="1" dirty="0" smtClean="0"/>
              <a:t>”。</a:t>
            </a:r>
            <a:r>
              <a:rPr lang="zh-CN" altLang="en-US" sz="1800" dirty="0" smtClean="0"/>
              <a:t>曾经</a:t>
            </a:r>
            <a:r>
              <a:rPr lang="zh-CN" altLang="en-US" sz="1800" dirty="0"/>
              <a:t>一个日本家庭为了参加节目</a:t>
            </a:r>
            <a:r>
              <a:rPr lang="zh-CN" altLang="en-US" sz="1800" dirty="0" smtClean="0"/>
              <a:t>，每</a:t>
            </a:r>
            <a:r>
              <a:rPr lang="zh-CN" altLang="en-US" sz="1800" dirty="0"/>
              <a:t>晚都要聚在一起反复</a:t>
            </a:r>
            <a:r>
              <a:rPr lang="zh-CN" altLang="en-US" sz="1800" dirty="0" smtClean="0"/>
              <a:t>排练而</a:t>
            </a:r>
            <a:r>
              <a:rPr lang="zh-CN" altLang="en-US" sz="1800" dirty="0"/>
              <a:t>缓和了淡漠的家庭</a:t>
            </a:r>
            <a:r>
              <a:rPr lang="zh-CN" altLang="en-US" sz="1800" dirty="0" smtClean="0"/>
              <a:t>关系。</a:t>
            </a:r>
            <a:endParaRPr lang="zh-CN" altLang="en-US" sz="1800" dirty="0"/>
          </a:p>
          <a:p>
            <a:r>
              <a:rPr lang="zh-CN" altLang="en-US" sz="1800" dirty="0"/>
              <a:t>更有甚者不仅把它比作是“一档家庭节目”因为每一场表演不仅有单兵单将的</a:t>
            </a:r>
            <a:r>
              <a:rPr lang="zh-CN" altLang="en-US" sz="1800" dirty="0" smtClean="0"/>
              <a:t>挑战者，而且</a:t>
            </a:r>
            <a:r>
              <a:rPr lang="zh-CN" altLang="en-US" sz="1800" dirty="0"/>
              <a:t>还有十几人以上的小</a:t>
            </a:r>
            <a:r>
              <a:rPr lang="zh-CN" altLang="en-US" sz="1800" dirty="0" smtClean="0"/>
              <a:t>团队，扮演</a:t>
            </a:r>
            <a:r>
              <a:rPr lang="zh-CN" altLang="en-US" sz="1800" dirty="0"/>
              <a:t>主角，扮演道具，扮演黑衣</a:t>
            </a:r>
            <a:r>
              <a:rPr lang="zh-CN" altLang="en-US" sz="1800" dirty="0" smtClean="0"/>
              <a:t>人，每个人</a:t>
            </a:r>
            <a:r>
              <a:rPr lang="zh-CN" altLang="en-US" sz="1800" dirty="0"/>
              <a:t>都在自己的角色上付出</a:t>
            </a:r>
            <a:r>
              <a:rPr lang="zh-CN" altLang="en-US" sz="1800" dirty="0" smtClean="0"/>
              <a:t>努力。</a:t>
            </a:r>
            <a:r>
              <a:rPr lang="zh-CN" altLang="en-US" sz="1800" b="1" dirty="0" smtClean="0"/>
              <a:t>也</a:t>
            </a:r>
            <a:r>
              <a:rPr lang="zh-CN" altLang="en-US" sz="1800" b="1" dirty="0"/>
              <a:t>说它是一次社团</a:t>
            </a:r>
            <a:r>
              <a:rPr lang="zh-CN" altLang="en-US" sz="1800" b="1" dirty="0" smtClean="0"/>
              <a:t>表演，一</a:t>
            </a:r>
            <a:r>
              <a:rPr lang="zh-CN" altLang="en-US" sz="1800" b="1" dirty="0"/>
              <a:t>次日本全民创意</a:t>
            </a:r>
            <a:r>
              <a:rPr lang="zh-CN" altLang="en-US" sz="1800" b="1" dirty="0" smtClean="0"/>
              <a:t>运动。</a:t>
            </a:r>
            <a:endParaRPr lang="zh-CN" altLang="en-US" sz="1800" dirty="0"/>
          </a:p>
          <a:p>
            <a:r>
              <a:rPr lang="en-US" altLang="zh-CN" sz="1800" dirty="0"/>
              <a:t>《</a:t>
            </a:r>
            <a:r>
              <a:rPr lang="zh-CN" altLang="en-US" sz="1800" dirty="0"/>
              <a:t>超级变变变</a:t>
            </a:r>
            <a:r>
              <a:rPr lang="en-US" altLang="zh-CN" sz="1800" dirty="0"/>
              <a:t>》</a:t>
            </a:r>
            <a:r>
              <a:rPr lang="zh-CN" altLang="en-US" sz="1800" dirty="0"/>
              <a:t>并没有</a:t>
            </a:r>
            <a:r>
              <a:rPr lang="zh-CN" altLang="en-US" sz="1800" b="1" dirty="0"/>
              <a:t>包装出一个</a:t>
            </a:r>
            <a:r>
              <a:rPr lang="zh-CN" altLang="en-US" sz="1800" b="1" dirty="0" smtClean="0"/>
              <a:t>艺人，</a:t>
            </a:r>
            <a:r>
              <a:rPr lang="zh-CN" altLang="en-US" sz="1800" dirty="0" smtClean="0"/>
              <a:t>更</a:t>
            </a:r>
            <a:r>
              <a:rPr lang="zh-CN" altLang="en-US" sz="1800" dirty="0"/>
              <a:t>没有走出过</a:t>
            </a:r>
            <a:r>
              <a:rPr lang="zh-CN" altLang="en-US" sz="1800" b="1" dirty="0"/>
              <a:t>一个偶像</a:t>
            </a:r>
            <a:r>
              <a:rPr lang="zh-CN" altLang="en-US" sz="1800" b="1" dirty="0" smtClean="0"/>
              <a:t>明星，</a:t>
            </a:r>
            <a:r>
              <a:rPr lang="zh-CN" altLang="en-US" sz="1800" dirty="0" smtClean="0"/>
              <a:t>但</a:t>
            </a:r>
            <a:r>
              <a:rPr lang="zh-CN" altLang="en-US" sz="1800" dirty="0"/>
              <a:t>参赛者依旧络绎不绝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955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878</Words>
  <Application>Microsoft Office PowerPoint</Application>
  <PresentationFormat>全屏显示(4:3)</PresentationFormat>
  <Paragraphs>15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超级变变变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超级变变变</dc:title>
  <dc:creator>李文秀</dc:creator>
  <cp:lastModifiedBy>李文秀</cp:lastModifiedBy>
  <cp:revision>6</cp:revision>
  <dcterms:created xsi:type="dcterms:W3CDTF">2018-07-25T12:05:02Z</dcterms:created>
  <dcterms:modified xsi:type="dcterms:W3CDTF">2018-07-25T13:23:04Z</dcterms:modified>
</cp:coreProperties>
</file>